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16578-749F-4178-23BE-C34E97AF04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293280-6AD9-E110-8F9D-1F292B6D06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2AE3C-C9EC-19B7-35DB-CEA1D37F2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2D46A-26D7-43DF-B74A-9CC108A4F2A6}" type="datetimeFigureOut">
              <a:rPr lang="en-IN" smtClean="0"/>
              <a:t>16-02-2025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D6529-31EC-B6E3-1950-0F138467B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F70B6-5FD9-3E89-B628-9296212C9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3456B-2A17-4E5B-AAF1-F69389D7BE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2618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8E4D2-3627-6F58-1A13-417BA7AA6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8484C-B5CD-8CA0-593A-4A455E4F6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581AB-9641-8A40-4BBA-C85B89E42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2D46A-26D7-43DF-B74A-9CC108A4F2A6}" type="datetimeFigureOut">
              <a:rPr lang="en-IN" smtClean="0"/>
              <a:t>16-02-2025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780B6-5E1E-7189-5143-93F3BD61C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FD081-B85E-F6B2-51CA-7800C83A9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3456B-2A17-4E5B-AAF1-F69389D7BE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509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50741-C892-6FC4-46D9-734911826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B8D899-F658-6876-EA2C-7E9A8BC34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8432A-6295-37A4-D7B1-553A339A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2D46A-26D7-43DF-B74A-9CC108A4F2A6}" type="datetimeFigureOut">
              <a:rPr lang="en-IN" smtClean="0"/>
              <a:t>16-02-2025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B4460-EE34-121A-1549-1E2ACC88A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B0162-906D-0E60-64FC-1B951CCCB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3456B-2A17-4E5B-AAF1-F69389D7BE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792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AC320-5917-2623-95A7-FD4F5DD3A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426E9-BA49-2765-EB63-D31BDA054F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82D3BA-DDAB-EEB6-30F8-73249E64E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AC8730-07C4-6BDE-8312-B1AAA1EAB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2D46A-26D7-43DF-B74A-9CC108A4F2A6}" type="datetimeFigureOut">
              <a:rPr lang="en-IN" smtClean="0"/>
              <a:t>16-02-2025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0D33C6-A49C-EE94-9560-9A01F3824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953517-2A45-3E52-5E17-8601155FF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3456B-2A17-4E5B-AAF1-F69389D7BE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1282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18286-AEBE-1AFC-5FA6-646824FAC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2A22B-777B-64AA-1A6E-F017DC180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077D67-B380-665F-3806-2CE398A6DB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DA94FF-5238-F5C0-37AF-B2A12CB345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971E4A-676B-1B27-ACA1-6DFEBBC331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410BDB-27FB-C0E6-F449-3ADEE9976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2D46A-26D7-43DF-B74A-9CC108A4F2A6}" type="datetimeFigureOut">
              <a:rPr lang="en-IN" smtClean="0"/>
              <a:t>16-02-2025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C48F25-B9A1-D868-6953-CF1F00A42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26E25-1491-CD43-4F76-99655F485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3456B-2A17-4E5B-AAF1-F69389D7BE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048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C8076-8496-F79D-2234-82F333206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91AE81-B822-BB1C-EC90-40F2A76D8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2D46A-26D7-43DF-B74A-9CC108A4F2A6}" type="datetimeFigureOut">
              <a:rPr lang="en-IN" smtClean="0"/>
              <a:t>16-02-2025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2CA18E-408F-5731-4175-13774DFB5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FC4D21-5609-3A21-A363-627A2C616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3456B-2A17-4E5B-AAF1-F69389D7BE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359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05F072-A0C4-6CE2-0C30-11C069564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2D46A-26D7-43DF-B74A-9CC108A4F2A6}" type="datetimeFigureOut">
              <a:rPr lang="en-IN" smtClean="0"/>
              <a:t>16-02-2025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C797C5-C241-641A-4EAA-A06C7C936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B777EB-9B8A-1A4E-E28A-A9F17096C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3456B-2A17-4E5B-AAF1-F69389D7BE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829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BB8E7-62FE-3C50-287C-2B313D1DC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53615-6214-B34E-3204-715CA3456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88AB05-29C4-37BA-FD6F-27BA3F1540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011700-6A3D-5406-EAA9-2555E0A3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2D46A-26D7-43DF-B74A-9CC108A4F2A6}" type="datetimeFigureOut">
              <a:rPr lang="en-IN" smtClean="0"/>
              <a:t>16-02-2025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F38563-A04D-68A9-3762-281E30132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A6253A-9894-63B8-BDD3-3A0F39D84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3456B-2A17-4E5B-AAF1-F69389D7BE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938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A8420-9C0E-3F1C-36C0-7D30A3010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6C77CE-E407-B789-7583-A597C41531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010E2-AF92-0C17-D83E-FB77F1268D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B0BCA2-87F6-E22D-B5B8-E46F73131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2D46A-26D7-43DF-B74A-9CC108A4F2A6}" type="datetimeFigureOut">
              <a:rPr lang="en-IN" smtClean="0"/>
              <a:t>16-02-2025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9885F-1E78-FC5A-6676-E74D19F90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961DF-453F-534C-1011-BD301C3BE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3456B-2A17-4E5B-AAF1-F69389D7BE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5972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8430B-2918-B1E7-6D91-5ABDF747D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DDEAB3-80E9-D9E0-8F4D-D912653AFC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1CA1D-C84D-11F3-381C-6754ACB3B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2D46A-26D7-43DF-B74A-9CC108A4F2A6}" type="datetimeFigureOut">
              <a:rPr lang="en-IN" smtClean="0"/>
              <a:t>16-02-2025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C0510-5DAC-938E-30B3-98F964BAC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04AC-8590-DFEE-8A3F-A6C937B33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3456B-2A17-4E5B-AAF1-F69389D7BE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949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A7A44C-1CFC-4510-FA71-9966A9DCDD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649BAC-D41A-A010-38AA-5CEA6B8639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51E70-45C8-1E4B-CDD3-E15C73BB9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2D46A-26D7-43DF-B74A-9CC108A4F2A6}" type="datetimeFigureOut">
              <a:rPr lang="en-IN" smtClean="0"/>
              <a:t>16-02-2025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D27CF-691F-8516-1B51-271BBCD51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E0949-F828-B3E6-A521-4DB0710F7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3456B-2A17-4E5B-AAF1-F69389D7BE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2619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D78397-3A81-A886-CBEA-9D0A3A581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F4BEFB-780A-41E0-9EC7-B23AC49D3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979BD-4E75-9A99-5ACA-B984B7214F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82D46A-26D7-43DF-B74A-9CC108A4F2A6}" type="datetimeFigureOut">
              <a:rPr lang="en-IN" smtClean="0"/>
              <a:t>16-02-2025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CFA5F-8C26-57A0-D3ED-F7A42D9F6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AC40A-513D-0874-17F2-3662D0C96F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13456B-2A17-4E5B-AAF1-F69389D7BE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571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C712752-72F3-BE57-F9A5-058CAECAC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80" y="891141"/>
            <a:ext cx="1111504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are the key differences between structured, semi-structured, and unstructured data? Provide examples of each.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 the concept of Online Transaction Processing (OLTP) and Online Analytical Processing (OLAP). How do they differ in terms of data handling and usage?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do enterprises need a Data Warehouse (RDW/EDW) instead of using OLTP databases for analytical queries?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a Data Lake, and how does it differ from a Data Warehouse? Explain the Schema-on-Write vs. Schema-on-Read approach.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are the main advantages of using the Parquet file format for big data storage and processing?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Describe the architecture and advantages of Hadoop Distributed File System (HDFS). How does it ensure scalability and fault tolerance?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9AC934-604B-DD3F-9ABC-3A75ED156A2E}"/>
              </a:ext>
            </a:extLst>
          </p:cNvPr>
          <p:cNvSpPr txBox="1"/>
          <p:nvPr/>
        </p:nvSpPr>
        <p:spPr>
          <a:xfrm>
            <a:off x="655983" y="208722"/>
            <a:ext cx="9432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Questions – Bigdata</a:t>
            </a:r>
          </a:p>
        </p:txBody>
      </p:sp>
    </p:spTree>
    <p:extLst>
      <p:ext uri="{BB962C8B-B14F-4D97-AF65-F5344CB8AC3E}">
        <p14:creationId xmlns:p14="http://schemas.microsoft.com/office/powerpoint/2010/main" val="2762182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2A272-8E37-0FCC-EB3E-00996254B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7E61F01-9313-3041-1875-D9C2F2CB2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80" y="991071"/>
            <a:ext cx="1111504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the role of Apache Spark in Big Data processing, and how does it compare to Hadoop MapReduce?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 the significance of Business Intelligence (BI) and how it integrates with Big Data technologies.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a Data Lakehouse, and how does it combine the benefits of a Data Warehouse and a Data Lake?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Discuss the different types of Data Analytics (Descriptive, Predictive, Prescriptive) with real-world examples.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5D0D73-FEFC-8623-A7A3-16A7A5A2BB6F}"/>
              </a:ext>
            </a:extLst>
          </p:cNvPr>
          <p:cNvSpPr txBox="1"/>
          <p:nvPr/>
        </p:nvSpPr>
        <p:spPr>
          <a:xfrm>
            <a:off x="538480" y="288235"/>
            <a:ext cx="9432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questions – Bigdata</a:t>
            </a:r>
          </a:p>
        </p:txBody>
      </p:sp>
    </p:spTree>
    <p:extLst>
      <p:ext uri="{BB962C8B-B14F-4D97-AF65-F5344CB8AC3E}">
        <p14:creationId xmlns:p14="http://schemas.microsoft.com/office/powerpoint/2010/main" val="2436441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4EDBC09F-D9C9-0CE9-727B-293E79DC3F4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73326" y="1536174"/>
            <a:ext cx="11645348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were the key objectives of the Azure-based Covid-19 prediction and reporting solution?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was data ingested into Azure Data Lake Storage (ADLS) from different sources like ECDC and Eurostat?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was Azure Data Factory (ADF) chosen for data ingestion and orchestration? What are its advantages?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are the differences between Azure Blob Storage and ADLS Gen2? When would you choose one over the other?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00BB56-FAC2-73BB-3442-48A2900845A0}"/>
              </a:ext>
            </a:extLst>
          </p:cNvPr>
          <p:cNvSpPr txBox="1"/>
          <p:nvPr/>
        </p:nvSpPr>
        <p:spPr>
          <a:xfrm>
            <a:off x="387627" y="238540"/>
            <a:ext cx="9432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Project based questions – ADF </a:t>
            </a:r>
          </a:p>
        </p:txBody>
      </p:sp>
    </p:spTree>
    <p:extLst>
      <p:ext uri="{BB962C8B-B14F-4D97-AF65-F5344CB8AC3E}">
        <p14:creationId xmlns:p14="http://schemas.microsoft.com/office/powerpoint/2010/main" val="911167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D43B4-BD63-090E-C772-FE03631AA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4276F73-7072-1A09-C6C6-422F7A42C34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73326" y="920621"/>
            <a:ext cx="11645348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 the role of Azure SQL Database in the Covid-19 reporting solution. Why was it used instead of other storage options?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does Power BI integrate with Azure SQL Database for Covid-19 trend analysis and reporting?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are the benefits of using Azure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DataBricks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HDInsight for data transformation in this project?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the role of validation activities in Azure Data Factory pipelines? How do they help in ensuring data quality?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does the Copy Activity in ADF handle different file formats and transformations while moving data?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are the key considerations when designing a data pipeline in Azure for real-world production scenarios?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F2E63F-A52A-D3D3-BA67-F924742D0B99}"/>
              </a:ext>
            </a:extLst>
          </p:cNvPr>
          <p:cNvSpPr txBox="1"/>
          <p:nvPr/>
        </p:nvSpPr>
        <p:spPr>
          <a:xfrm>
            <a:off x="367748" y="218661"/>
            <a:ext cx="9432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Project based questions – ADF </a:t>
            </a:r>
          </a:p>
        </p:txBody>
      </p:sp>
    </p:spTree>
    <p:extLst>
      <p:ext uri="{BB962C8B-B14F-4D97-AF65-F5344CB8AC3E}">
        <p14:creationId xmlns:p14="http://schemas.microsoft.com/office/powerpoint/2010/main" val="905210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9730109-92FC-84B6-8DC3-DBECF310F5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8687" y="1431499"/>
            <a:ext cx="10490200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Azure Data Factory (ADF), and how does it enable data integration and analytics in Azure?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are the key components of Azure Data Factory, and how do they work together in an ETL/ELT pipeline?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does ADF handle data ingestion from different sources such as on-premises databases, cloud storage, and APIs?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the difference between Copy Activity and Data Flow in ADF? When would you use each?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does ADF support transformation and data processing? Explain how ADF integrates with Azure Databricks, HDInsight, and Synapse Analytics.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2CC479-FDA5-478C-ACD8-EF8BC9516785}"/>
              </a:ext>
            </a:extLst>
          </p:cNvPr>
          <p:cNvSpPr txBox="1"/>
          <p:nvPr/>
        </p:nvSpPr>
        <p:spPr>
          <a:xfrm>
            <a:off x="838200" y="238539"/>
            <a:ext cx="9432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Interview questions – ADF </a:t>
            </a:r>
          </a:p>
        </p:txBody>
      </p:sp>
    </p:spTree>
    <p:extLst>
      <p:ext uri="{BB962C8B-B14F-4D97-AF65-F5344CB8AC3E}">
        <p14:creationId xmlns:p14="http://schemas.microsoft.com/office/powerpoint/2010/main" val="4200220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3CA4C-AA08-E17E-88E5-6E8E0CE90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0FB04A4-6CD3-2A30-434E-EDC8600098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8808" y="1046142"/>
            <a:ext cx="11029121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are Linked Services, Datasets, and Pipelines in ADF? How do they contribute to data analytics?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are the different types of triggers in ADF, and how can they be used to automate data pipelines?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does ADF handle error handling, logging, and monitoring of data pipelines?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are the different security features in ADF, such as Managed Identity, Role-Based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 Control (RBAC), and Data Encryption?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can you optimize ADF pipelines for better performance and cost efficiency?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324A8C-0065-B0C4-2721-23DD60CF620C}"/>
              </a:ext>
            </a:extLst>
          </p:cNvPr>
          <p:cNvSpPr txBox="1"/>
          <p:nvPr/>
        </p:nvSpPr>
        <p:spPr>
          <a:xfrm>
            <a:off x="655983" y="208722"/>
            <a:ext cx="9432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Interview questions – ADF </a:t>
            </a:r>
          </a:p>
        </p:txBody>
      </p:sp>
    </p:spTree>
    <p:extLst>
      <p:ext uri="{BB962C8B-B14F-4D97-AF65-F5344CB8AC3E}">
        <p14:creationId xmlns:p14="http://schemas.microsoft.com/office/powerpoint/2010/main" val="1238890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9C5677-6227-4D1B-1506-17F983972EC8}"/>
              </a:ext>
            </a:extLst>
          </p:cNvPr>
          <p:cNvSpPr txBox="1"/>
          <p:nvPr/>
        </p:nvSpPr>
        <p:spPr>
          <a:xfrm>
            <a:off x="427383" y="427384"/>
            <a:ext cx="10396329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General Big Data and Hadoop Questions:</a:t>
            </a:r>
          </a:p>
          <a:p>
            <a:endParaRPr lang="en-GB" sz="2400" dirty="0"/>
          </a:p>
          <a:p>
            <a:pPr>
              <a:buFont typeface="+mj-lt"/>
              <a:buAutoNum type="arabicPeriod"/>
            </a:pPr>
            <a:r>
              <a:rPr lang="en-GB" sz="2400" dirty="0"/>
              <a:t> What are the key components of the Hadoop ecosystem, and how do they interact with each other?</a:t>
            </a:r>
          </a:p>
          <a:p>
            <a:pPr>
              <a:buFont typeface="+mj-lt"/>
              <a:buAutoNum type="arabicPeriod"/>
            </a:pPr>
            <a:endParaRPr lang="en-GB" sz="2400" dirty="0"/>
          </a:p>
          <a:p>
            <a:pPr>
              <a:buFont typeface="+mj-lt"/>
              <a:buAutoNum type="arabicPeriod"/>
            </a:pPr>
            <a:r>
              <a:rPr lang="en-GB" sz="2400" dirty="0"/>
              <a:t> Explain the role of HDFS in Big Data processing. How does it handle large-scale data storage?</a:t>
            </a:r>
          </a:p>
          <a:p>
            <a:pPr>
              <a:buFont typeface="+mj-lt"/>
              <a:buAutoNum type="arabicPeriod"/>
            </a:pPr>
            <a:endParaRPr lang="en-GB" sz="2400" dirty="0"/>
          </a:p>
          <a:p>
            <a:pPr>
              <a:buFont typeface="+mj-lt"/>
              <a:buAutoNum type="arabicPeriod"/>
            </a:pPr>
            <a:r>
              <a:rPr lang="en-GB" sz="2400" dirty="0"/>
              <a:t> What is the function of the </a:t>
            </a:r>
            <a:r>
              <a:rPr lang="en-GB" sz="2400" dirty="0" err="1"/>
              <a:t>NameNode</a:t>
            </a:r>
            <a:r>
              <a:rPr lang="en-GB" sz="2400" dirty="0"/>
              <a:t> and </a:t>
            </a:r>
            <a:r>
              <a:rPr lang="en-GB" sz="2400" dirty="0" err="1"/>
              <a:t>DataNode</a:t>
            </a:r>
            <a:r>
              <a:rPr lang="en-GB" sz="2400" dirty="0"/>
              <a:t> in HDFS? How does Hadoop ensure fault tolerance?</a:t>
            </a:r>
          </a:p>
          <a:p>
            <a:pPr>
              <a:buFont typeface="+mj-lt"/>
              <a:buAutoNum type="arabicPeriod"/>
            </a:pPr>
            <a:endParaRPr lang="en-GB" sz="2400" dirty="0"/>
          </a:p>
          <a:p>
            <a:pPr>
              <a:buFont typeface="+mj-lt"/>
              <a:buAutoNum type="arabicPeriod"/>
            </a:pPr>
            <a:r>
              <a:rPr lang="en-GB" sz="2400" dirty="0"/>
              <a:t> What is the difference between MapReduce, Apache Spark, and Apache Tez in terms of Big Data processing?</a:t>
            </a:r>
          </a:p>
          <a:p>
            <a:pPr>
              <a:buFont typeface="+mj-lt"/>
              <a:buAutoNum type="arabicPeriod"/>
            </a:pPr>
            <a:endParaRPr lang="en-GB" sz="2400" dirty="0"/>
          </a:p>
          <a:p>
            <a:pPr>
              <a:buFont typeface="+mj-lt"/>
              <a:buAutoNum type="arabicPeriod"/>
            </a:pPr>
            <a:r>
              <a:rPr lang="en-GB" sz="2400" dirty="0"/>
              <a:t> Why is YARN important in Hadoop 2.x, and how does it improve resource management?</a:t>
            </a:r>
          </a:p>
        </p:txBody>
      </p:sp>
    </p:spTree>
    <p:extLst>
      <p:ext uri="{BB962C8B-B14F-4D97-AF65-F5344CB8AC3E}">
        <p14:creationId xmlns:p14="http://schemas.microsoft.com/office/powerpoint/2010/main" val="1097426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6AB0914-7ED4-D714-EBF1-FEF9AAF8321B}"/>
              </a:ext>
            </a:extLst>
          </p:cNvPr>
          <p:cNvSpPr txBox="1"/>
          <p:nvPr/>
        </p:nvSpPr>
        <p:spPr>
          <a:xfrm>
            <a:off x="655983" y="646043"/>
            <a:ext cx="1023730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Big Data Tools and Techniques:</a:t>
            </a:r>
          </a:p>
          <a:p>
            <a:endParaRPr lang="en-GB" sz="2400" dirty="0"/>
          </a:p>
          <a:p>
            <a:pPr marL="457200" indent="-457200">
              <a:buAutoNum type="arabicPeriod"/>
            </a:pPr>
            <a:r>
              <a:rPr lang="en-GB" sz="2400" dirty="0"/>
              <a:t>What are Apache Flume and Apache Sqoop used for in a Big Data pipeline? How do they differ?</a:t>
            </a:r>
          </a:p>
          <a:p>
            <a:pPr marL="457200" indent="-457200">
              <a:buAutoNum type="arabicPeriod"/>
            </a:pPr>
            <a:endParaRPr lang="en-GB" sz="2400" dirty="0"/>
          </a:p>
          <a:p>
            <a:pPr marL="457200" indent="-457200">
              <a:buAutoNum type="arabicPeriod"/>
            </a:pPr>
            <a:r>
              <a:rPr lang="en-GB" sz="2400" dirty="0"/>
              <a:t>Explain the differences between Apache Hive, Apache Pig, and Apache Impala. When would you use each?</a:t>
            </a:r>
          </a:p>
          <a:p>
            <a:pPr marL="457200" indent="-457200">
              <a:buAutoNum type="arabicPeriod"/>
            </a:pPr>
            <a:endParaRPr lang="en-GB" sz="2400" dirty="0"/>
          </a:p>
          <a:p>
            <a:pPr marL="457200" indent="-457200">
              <a:buAutoNum type="arabicPeriod"/>
            </a:pPr>
            <a:r>
              <a:rPr lang="en-GB" sz="2400" dirty="0"/>
              <a:t>What are the advantages of using Parquet and ORC file formats in Big Data storage?</a:t>
            </a:r>
          </a:p>
          <a:p>
            <a:pPr marL="457200" indent="-457200">
              <a:buAutoNum type="arabicPeriod"/>
            </a:pPr>
            <a:endParaRPr lang="en-GB" sz="2400" dirty="0"/>
          </a:p>
          <a:p>
            <a:pPr marL="457200" indent="-457200">
              <a:buAutoNum type="arabicPeriod"/>
            </a:pPr>
            <a:r>
              <a:rPr lang="en-GB" sz="2400" dirty="0"/>
              <a:t>How does Apache Kafka facilitate real-time data processing in a Big Data environment?</a:t>
            </a:r>
          </a:p>
        </p:txBody>
      </p:sp>
    </p:spTree>
    <p:extLst>
      <p:ext uri="{BB962C8B-B14F-4D97-AF65-F5344CB8AC3E}">
        <p14:creationId xmlns:p14="http://schemas.microsoft.com/office/powerpoint/2010/main" val="1565506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2BB833-B3B3-980F-59E4-ED7F0BEC1909}"/>
              </a:ext>
            </a:extLst>
          </p:cNvPr>
          <p:cNvSpPr txBox="1"/>
          <p:nvPr/>
        </p:nvSpPr>
        <p:spPr>
          <a:xfrm>
            <a:off x="554106" y="596348"/>
            <a:ext cx="1112437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Movie Use Case &amp; Practical Implementations:</a:t>
            </a:r>
          </a:p>
          <a:p>
            <a:endParaRPr lang="en-GB" sz="2400" dirty="0"/>
          </a:p>
          <a:p>
            <a:pPr marL="457200" indent="-457200">
              <a:buAutoNum type="arabicPeriod"/>
            </a:pPr>
            <a:r>
              <a:rPr lang="en-GB" sz="2400" dirty="0"/>
              <a:t>How was MapReduce used in the </a:t>
            </a:r>
            <a:r>
              <a:rPr lang="en-GB" sz="2400" dirty="0" err="1"/>
              <a:t>MovieLens</a:t>
            </a:r>
            <a:r>
              <a:rPr lang="en-GB" sz="2400" dirty="0"/>
              <a:t> dataset use case to find the most popular movie?</a:t>
            </a:r>
          </a:p>
          <a:p>
            <a:pPr marL="457200" indent="-457200">
              <a:buAutoNum type="arabicPeriod"/>
            </a:pPr>
            <a:endParaRPr lang="en-GB" sz="2400" dirty="0"/>
          </a:p>
          <a:p>
            <a:pPr marL="457200" indent="-457200">
              <a:buAutoNum type="arabicPeriod"/>
            </a:pPr>
            <a:r>
              <a:rPr lang="en-GB" sz="2400" dirty="0"/>
              <a:t>How does Apache Hive’s schema-on-read approach differ from traditional databases?</a:t>
            </a:r>
          </a:p>
          <a:p>
            <a:pPr marL="457200" indent="-457200">
              <a:buAutoNum type="arabicPeriod"/>
            </a:pPr>
            <a:endParaRPr lang="en-GB" sz="2400" dirty="0"/>
          </a:p>
          <a:p>
            <a:pPr marL="457200" indent="-457200">
              <a:buAutoNum type="arabicPeriod"/>
            </a:pPr>
            <a:r>
              <a:rPr lang="en-GB" sz="2400" dirty="0"/>
              <a:t>What is the role of Apache Sqoop in integrating MySQL databases with Hadoop? Explain with an example.</a:t>
            </a:r>
          </a:p>
        </p:txBody>
      </p:sp>
    </p:spTree>
    <p:extLst>
      <p:ext uri="{BB962C8B-B14F-4D97-AF65-F5344CB8AC3E}">
        <p14:creationId xmlns:p14="http://schemas.microsoft.com/office/powerpoint/2010/main" val="3937714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644</TotalTime>
  <Words>858</Words>
  <Application>Microsoft Office PowerPoint</Application>
  <PresentationFormat>Widescreen</PresentationFormat>
  <Paragraphs>93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Wise Mind</dc:creator>
  <cp:lastModifiedBy>Wise Mind</cp:lastModifiedBy>
  <cp:revision>5</cp:revision>
  <dcterms:created xsi:type="dcterms:W3CDTF">2025-02-14T05:59:17Z</dcterms:created>
  <dcterms:modified xsi:type="dcterms:W3CDTF">2025-02-16T15:05:08Z</dcterms:modified>
</cp:coreProperties>
</file>